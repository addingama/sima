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tujuan: hari ini staging dipakai bersama, bukan go-live produksi. Satu orang memegang satu akun.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Password sementara sama supaya mudah diucapkan di ruang. Begitu masuk, masing-masing mengganti password sendiri.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 peran Ketua: Johan mengurus persetujuan uang yayasan, Firman mengurus pengajuan bantuan. Erwin menginput karena Bendahara LKS menjalankan operasional harian; Novianto yang menyetujui. Tidak ada petugas lapangan di daftar, jadi bantuan dibuat oleh Firman.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Compose production mengunci APP_ENV=production. Staging memakai file yang sama plus docker-compose.staging.yml.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jalankan config:cache di dalam proses yang APP_ENV-nya staging. Perintah ketiga mengembalikan cache production. Jika muncul akun DEMO-KAS sudah ada, ulangi dari migrate:fresh.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Kas kecil: petugas.bantuan adalah PJ. Ada float yang masih menunggu cair dan ada yang sedang dilaporkan.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Penerimaan approved menaikkan kas dan dana sekaligus. Sebelum approve, saldo belum berubah.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Kontrak lengkap ada di docs/KAS-KECIL.md. PJ adalah penugasan, bukan role terpisah. Di data demo, PJ-nya petugas bantuan.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Ingatkan lagi: akun demo dan password demo tinggal di staging.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14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SESI HARI INI  ·  23 OKTOBER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Uji coba SIMA</a:t>
            </a:r>
            <a:br/>
            <a:r>
              <a:t>di server staging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Siapkan data demo, lalu setiap peran mencoba alurnya sendiri.</a:t>
            </a:r>
            <a:br/>
            <a:r>
              <a:t>Ikuti urutan slide. Jangan loncat ke transaksi sebelum data demo siap.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44768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https://sima.ahpeduli.org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BERLAKU UNTUK SEMUA ORANG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Tiga aturan sebelum mulai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1556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09728" cy="14447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1005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D7A6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81328"/>
            <a:ext cx="9052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Ini staging, bukan produksi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38528"/>
            <a:ext cx="9052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Alamatnya sima.ahpeduli.org. Jangan masukkan data donatur, rekening, atau nominal sungguhan.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0360"/>
            <a:ext cx="111556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109728" cy="14447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36392"/>
            <a:ext cx="1005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D7A6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081528"/>
            <a:ext cx="9052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Satu orang, satu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38728"/>
            <a:ext cx="9052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Password sementara semua pengurus: @Password123. Setelah masuk, ganti lewat menu akun. Jangan berbagi password baru.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480560"/>
            <a:ext cx="109728" cy="14447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36592"/>
            <a:ext cx="1005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D7A6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681728"/>
            <a:ext cx="9052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Jangan hapus transaksi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38928"/>
            <a:ext cx="9052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Yang sudah disetujui hanya bisa dibatalkan lewat reversal. Salah input sebelum approve masih bisa ditolak.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LANGKAH BERSAMA, SETELAH DATA DEMO SIAP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Masuk ke sistem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155680" cy="19659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4A35A"/>
                </a:solidFill>
                <a:latin typeface="Calibri"/>
              </a:rPr>
              <a:t>ALAMAT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https://sima.ahpeduli.org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Halaman masuk: /auth/v2/login    ·    password sementara pengurus: @Password123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Buka dari laptop masing-masing. Masuk dengan email di daftar pengurus, bukan email @sima.test.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Karakter pertama password adalah tanda @. Huruf P besar.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Menu yang terlihat berbeda-beda. Itu sesuai peran SIMA, bukan error.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PASSWORD SEMENTARA SEMUA BARIS: @PASSWORD123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Akun pengurus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11556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148840"/>
                <a:gridCol w="2331720"/>
                <a:gridCol w="4343400"/>
              </a:tblGrid>
              <a:tr h="5421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Nama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Jabatan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Peran di SIMA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Muharrar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Pengawas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Auditor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mhrrkdi@gmail.com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Johan Saputra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Ketua Yayasan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Ketua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hun7m3@gmail.com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Syarif Ahmadi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Sekretaris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Verifikator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ahmadisy@gmail.com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Novianto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Bendahara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Bendahara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novian1980@gmail.com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5421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Firman Ardiansyah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Ketua LKS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Ketua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firman.abdullah@gmail.com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5421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Erwin Ahadi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Bendahara LKS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Asisten bendahara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erwin.ahadi74@gmail.com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Fasilitator membuat keenam akun di Pengaturan setelah data demo terisi. Peran SIMA mengikuti kolom ini.</a:t>
            </a:r>
            <a:br/>
            <a:r>
              <a:t>Portal donatur tetap akun contoh donatur@sima.test / password. Akun admin@sima.test hanya untuk yang menyiapkan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JANGAN MULAI BAGIAN TIM SEBELUM IT SELESAI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Urutan sesi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25880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IT menyiapkan staging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55064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Backup, kosongkan data lama jika boleh, isi data demo, cek health.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86000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Semua orang masuk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15184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Satu akun per orang. Lihat menu yang muncul.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5468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46120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Keuangan berurutan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75304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Penerimaan, lalu pengeluaran, lalu kas kecil.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1480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06240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Bantuan dan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35424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Firman dan Johan di Kanban. Portal memakai akun donatur contoh.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66360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Cek bersama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95544"/>
            <a:ext cx="9692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Auditor memastikan selisih nol. Tim mencatat temuan.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BAGIAN IT  ·  HANYA DI HOST STAGING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Backup dulu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10607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9F2D2D"/>
                </a:solidFill>
                <a:latin typeface="Calibri"/>
              </a:rPr>
              <a:t>Perintah di bawah mengosongkan database staging. Jangan dijalankan di server produksi. Pastikan Anda berada di /opt/sima-ahp pada VPS staging.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1.  Masuk SSH ke VPS staging, lalu cd /opt/sima-ahp.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2.  Cek health: curl -s https://sima.ahpeduli.org/api/health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28415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3.  Backup database sebelum apa pun dihapus: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docker compose -f docker-compose.prod.yml -f docker-compose.staging.yml exec app php artisan sima:backup-db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Simpan nama file backup. Jika uji coba merusak angka, restore dari file itu. Jangan lanjut jika health gagal.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BAGIAN IT  ·  DUA PERINTAH, BERURUTAN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Isi data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1. Kosongkan dan isi role, dana sistem, serta akun contoh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0789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docker compose -f docker-compose.prod.yml -f docker-compose.staging.yml exec app php artisan migrate:fresh --seed --force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2. Isi master, saldo awal, antrian approval, kas kecil, dan donatur. Container menolak perintah ini selama terbaca sebagai production, jadi environment proses ini saja diubah ke staging, lalu cache dikembalikan.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92424"/>
            <a:ext cx="107899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0B1F3A"/>
                </a:solidFill>
                <a:latin typeface="Consolas"/>
              </a:rPr>
              <a:t>docker compose -f docker-compose.prod.yml -f docker-compose.staging.yml exec app php artisan config:clear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61104"/>
            <a:ext cx="107899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0B1F3A"/>
                </a:solidFill>
                <a:latin typeface="Consolas"/>
              </a:rPr>
              <a:t>docker compose -f docker-compose.prod.yml -f docker-compose.staging.yml exec -e APP_ENV=staging app php artisan sima:seed-demo --force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83479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29783"/>
            <a:ext cx="107899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0B1F3A"/>
                </a:solidFill>
                <a:latin typeface="Consolas"/>
              </a:rPr>
              <a:t>docker compose -f docker-compose.prod.yml -f docker-compose.staging.yml exec app php artisan config:cache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BAGIAN IT  ·  LIMA TANDA DATA DEMO HIDUP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Cek sebelum tim masuk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35608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35608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https://sima.ahpeduli.org/api/health menjawab database dan cache terhubung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67128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68296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Akun pengurus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68296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Enam email pengurus sudah dibuat, password sementara @Password123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99816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00984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Master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00984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Ada DEMO-BCA, DEMO-KAS, DEMO-ZKT, DEMO-YATIM, DEMO-UMUM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32504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3367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Antrian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33672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Approval punya penerimaan submitted, pengeluaran submitted, dan satu 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65192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Donatur contoh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166360"/>
            <a:ext cx="8412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donatur@sima.test / password hanya melihat donasi Budi Santoso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DUA ANGKA YANG SELALU BERPASANGAN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Yang harus diingat saat mencoba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486400" cy="5669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8988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Kas /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0292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Di mana uang berada.</a:t>
            </a:r>
            <a:br/>
            <a:r>
              <a:t>Contoh hari ini: DEMO-KAS dan DEMO-BCA.</a:t>
            </a:r>
            <a:br/>
            <a:r>
              <a:t>Saldo di form tidak bisa diketik. Angka datang dari buku besar.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6692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89888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Dana Amanah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0292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Untuk apa uang boleh dipakai.</a:t>
            </a:r>
            <a:br/>
            <a:r>
              <a:t>DEMO-ZKT dan DEMO-YATIM terikat.</a:t>
            </a:r>
            <a:br/>
            <a:r>
              <a:t>Biaya bank tidak boleh mengambil dari dana terikat.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0916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984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Total kas/bank harus sama dengan total Dana Amanah. Di dashboard, kondisi itu tampil sebagai Seimbang. Transaksi draft belum mengubah saldo. Saldo berubah saat transaksi disetujui.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KERJAKAN DARI ATAS KE BAWAH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Giliran tiap peran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70432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468880"/>
                <a:gridCol w="2468880"/>
                <a:gridCol w="5440680"/>
              </a:tblGrid>
              <a:tr h="4613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Urutan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Siapa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Menu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Selesai jika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Semua pengurus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Login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Masuk dengan email sendiri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Erwin Ahadi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Penerimaan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Satu draft di-submit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Novianto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Approval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Penerimaan submitted disetujui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Erwin Ahadi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Pengeluaran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Satu draft di-submit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Syarif Ahmadi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Approval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Pengeluaran submitted terverifikasi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Johan Saputra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Approval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Pengeluaran verified disetujui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Novianto + Erwin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Kas kecil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Float draft dicairkan atau belanja dicatat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Firman + Johan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Pengajuan Bantuan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Satu kartu bergeser satu tahap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Laptop cadangan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Portal Donatur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donatur@sima.test hanya melihat donasinya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461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Muharrar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Laporan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Selisih rekonsiliasi global tetap 0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1  ·  SEMUA ORANG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Masuk dengan akun 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Buka https://sima.ahpeduli.org/auth/v2/login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Pakai email pengurus di slide akun. Password sementara: @Password123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Setelah masuk, buka menu akun di kanan atas → Ubah password. Simpan password baru sendiri.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Erwin menginput transaksi. Novianto menyetujui uang. Keduanya tidak memakai menu yang sama.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Jika gagal, jangan membuat user baru. Minta fasilitator mengecek ejaan email dan peran.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2  ·  ERWIN AHADI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Submit satu penerimaan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Menu Keuangan → Penerimaan.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Data demo sudah punya draft, submitted, dan approved. Pilih yang masih draft.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Pastikan total alokasi dana sama dengan nominal penerimaan.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Dana yang dipakai: DEMO-ZKT, DEMO-YATIM, atau DEMO-UMUM. Jangan pilih dana sistem.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Submit. Jangan approve dari akun ini. Serahkan ke Novianto.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3  ·  NOVIANTO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Setujui penerimaan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Menu Approval. Buka penerimaan berstatus submitted.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Cek donatur, rekening, dan alokasi. Total alokasi harus sama dengan nominal.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Approve satu transaksi saja, supaya auditor masih bisa membedakan jejaknya.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Kembali ke dashboard. Saldo rekening dan dana terkait naik.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Jika ditolak, Erwin memperbaiki draft. Jangan buat penerimaan baru untuk saldo yang sudah 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4  ·  ERWIN AHADI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Submit satu pengeluaran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Menu Keuangan → Pengeluaran. Gunakan yang masih draft, atau buat satu nominal kecil.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Pilih rekening DEMO-BCA atau DEMO-KAS.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Isi sumber Dana Amanah. Jumlah sumber harus sama dengan nominal pengeluaran.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Boleh lebih dari satu dana. Jangan mengambil dana restricted untuk biaya bank.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Submit, lalu berhenti. Berikutnya giliran Syarif Ahmadi.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5  ·  SYARIF AHMADI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Verifikasi pengeluaran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Menu Approval. Antrian Anda adalah pengeluaran submitted.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Cek penerima, nominal, lampiran, dan sumber dana.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Verify jika lengkap. Status menjadi verified, saldo belum berubah.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Tolak jika ada yang kurang, dan tulis alasannya.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Anda tidak menyetujui dampak ke buku besar. Itu giliran Johan Saputra.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6  ·  JOHAN SAPUTRA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Setujui pengeluaran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Menu Approval. Ambil pengeluaran yang sudah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Approve hanya jika saldo rekening dan saldo dana mencukupi.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Setelah approved, saldo turun. Transaksi tidak bisa diedit.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Jika salah, jangan hapus. Pakai reversal dan tulis alasan.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Coba sekali menolak approve saat sumber dana kurang, supaya tim melihat penjagaan sistem.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7  ·  NOVIANTO MENCAIRKAN, ERWIN MENCATAT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Kas kecil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Menu Kas Kecil. Uang muka hanya masuk lewat pengeluaran yang tertaut dan sudah approved.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Novianto mencairkan float yang masih draft.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39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Erwin mencatat belanja pada float yang sedang dilaporkan. Jika tombolnya tidak ada, float masih di akun contoh petugas.bantuan@sima.test.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Baris belanja tidak membuat jurnal baru. Jurnal ada di pengeluaran pencairan.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Jangan tutup float hari ini jika tim lain masih ingin melihat isinya.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8  ·  FIRMAN ARDIANSYAH DAN JOHAN SAPUTRA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Pengajuan bantuan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Menu Pengajuan Bantuan, papan /dashboard/bantuan.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Firman membuat satu kartu perorangan, atau menggeser kartu yang sudah ada satu tahap.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39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Johan menugaskan atau menyetujui. Jangan langsung menandai selesai.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Selesai butuh pengeluaran tertaut yang sudah approved, plus bukti serah terima.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D3A4A"/>
                </a:solidFill>
                <a:latin typeface="Calibri"/>
              </a:rPr>
              <a:t>Bantuan massal memakai satu kartu kolektif, bukan satu kartu per warga.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9  ·  AKUN CONTOH, LAPTOP TERPISAH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Portal donatur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Masuk dengan donatur@sima.test / password. Bukan email pengurus.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Buka Portal Donatur.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Yang tampil hanya penerimaan approved milik Budi Santoso.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Penerimaan orang lain, draft, dan saldo lembaga tidak boleh terlihat.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Jika donatur melihat menu keuangan, catat sebagai temuan.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GILIRAN 10  ·  MUHARRAR, DILIHAT SEMUA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Cek buku bersama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Dashboard: status rekonsiliasi harus tetap Seimbang.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Laporan → Saldo Dana Amanah dan Laporan → Ledger.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Laporan → Saldo Awal: ada baris pembukaan untuk akun 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Menu audit menampilkan siapa yang submit, verify, dan approve tadi.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Jika selisih bukan nol, berhenti. Jangan tambah transaksi baru sampai penyebabnya ketemu.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SETIAP PENGURUS, SETELAH BERHASIL MASUK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Ganti password sementara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1060704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Password awal @Password123 hanya untuk masuk pertama. Menu akun di kanan atas → Ubah password. Isi password saat ini, password baru, lalu ulangi password baru.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Minimal 8 karakter, dan harus berbeda dari @Password123.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Sesi di perangkat lain berakhir. Sesi yang dipakai untuk mengganti password tetap masuk.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9663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Jika lupa password baru, fasilitator mereset dari Pengaturan → detail pengguna.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0016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Akun contoh @sima.test tidak dipakai pengurus, dan tidak boleh dibawa ke produksi.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COBA SATU, LALU CATAT PESAN YANG MUNCUL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Yang memang harus gagal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394960"/>
              </a:tblGrid>
              <a:tr h="679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Percobaan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Hasil yang benar</a:t>
                      </a:r>
                    </a:p>
                  </a:txBody>
                  <a:tcPr anchor="ctr"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</a:lnL>
                    <a:lnR w="6350" cap="flat" cmpd="sng" algn="ctr">
                      <a:solidFill>
                        <a:srgbClr val="0B1F3A"/>
                      </a:solidFill>
                    </a:lnR>
                    <a:lnT w="6350" cap="flat" cmpd="sng" algn="ctr">
                      <a:solidFill>
                        <a:srgbClr val="0B1F3A"/>
                      </a:solidFill>
                    </a:lnT>
                    <a:lnB w="6350" cap="flat" cmpd="sng" algn="ctr">
                      <a:solidFill>
                        <a:srgbClr val="0B1F3A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Isi saldo langsung di form Kas/Bank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Angka tidak bisa diketik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Submit penerimaan tanpa alokasi yang cukup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Ditolak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Biaya bank dari DEMO-ZKT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Ditolak, karena dana terikat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Approve pengeluaran yang saldonya kurang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Ditolak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Hapus transaksi yang sudah approved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Tidak ada jalan hapus; koreksi lewat reversal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Donatur membuka daftar seluruh penerimaan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D3A4A"/>
                          </a:solidFill>
                          <a:latin typeface="Calibri"/>
                        </a:rPr>
                        <a:t>Tidak punya menu itu</a:t>
                      </a:r>
                    </a:p>
                  </a:txBody>
                  <a:tcPr anchor="ctr"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</a:lnL>
                    <a:lnR w="6350" cap="flat" cmpd="sng" algn="ctr">
                      <a:solidFill>
                        <a:srgbClr val="D6DEE6"/>
                      </a:solidFill>
                    </a:lnR>
                    <a:lnT w="6350" cap="flat" cmpd="sng" algn="ctr">
                      <a:solidFill>
                        <a:srgbClr val="D6DEE6"/>
                      </a:solidFill>
                    </a:lnT>
                    <a:lnB w="6350" cap="flat" cmpd="sng" algn="ctr">
                      <a:solidFill>
                        <a:srgbClr val="D6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D7A6F"/>
                </a:solidFill>
                <a:latin typeface="Calibri"/>
              </a:rPr>
              <a:t>SATU DAFTAR BERSAMA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Catat temuan sebelum pulang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Siapa, peran, menu, dan apa yang diklik.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4248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Yang diharapkan terjadi, dan yang benar-benar terjadi.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42615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Cuplikan layar pesan error. Jangan hanya menulis “gagal”.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00984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Pisahkan: salah paham alur, bug, atau data demo yang habis terpakai.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111556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Admin tidak membuat user kantor di staging hari ini. Akun organisasi menyusul saat go-live.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Uji coba staging  ·  23 Oktober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473952"/>
            <a:ext cx="2148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SELESAI JIKA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    Setiap peran sudah masuk dan menyelesaikan gilirannya.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39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    Ada satu penerimaan dan satu pengeluaran yang baru disetujui.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    Dashboard masih Seimbang.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4    Temuan tercatat, termasuk yang sengaja gagal.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5    Database staging ini tidak dipromosikan menjadi produksi.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241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Panduan lengkap: docs/PANDUAN-MULAI.md</a:t>
            </a:r>
            <a:br/>
            <a:r>
              <a:t>Kontrak bantuan dan kas kecil: docs/BANTUAN.md  ·  docs/KAS-KECIL.md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 — Uji coba staging 23 Oktober 2026</dc:title>
  <dc:subject>Urutan setup data demo dan uji coba tim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